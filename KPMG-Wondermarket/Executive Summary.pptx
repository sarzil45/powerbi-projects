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FFCE-6D01-3D76-9492-62E6C52F5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FF114-729D-36C4-A294-DAAED2444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D215-BA55-EE17-6C2F-4C00ECA6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2D840-4DF7-B5B0-CA18-937287D4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48381-DE89-33A0-6AE1-CD85534F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4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F134-34DA-990D-603F-D0C79F0D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3040-826A-0E13-24BB-E872B89B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0D36A-6EE7-9A9B-EE20-F6DBCC1D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AAACE-E64A-3ADC-63BB-249E5C3D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0A92-68F5-4C2B-4D3B-DD963D5E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3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BF27-34EB-ACCD-F0A7-67223446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B90F4-A4E4-7590-4FB1-B847C0B0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FABC-2777-8A62-1373-BB150E11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1896F-A08A-4DDD-D9FC-D70E6C0C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FCCF1-C02A-65B8-ACA6-A7244EF6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20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9A7C-D42E-4144-50D3-EA7032B0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CA462-D32A-F0AD-762C-B418733FF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0A4B1-FB85-1135-5A7D-F9B7DCE96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492F7-590B-5715-0DF4-33E4E924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56042-77AB-028A-0760-8CC1A14A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994E6-0EFB-2FE7-8153-35613EB4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F1BE-53FD-E848-7E36-94FD13A9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58594-18AE-184B-55E5-86077C765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075C9-1C01-F077-07DC-EE898B73D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B2F4E-4991-2B88-2E61-1ECD11766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849F68-4F4D-E21A-7F2A-D221CD7FC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6B7F7-4EDA-4497-867D-76A463BD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00D50-2EE7-DCA5-EBD4-18F7B4329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70A15-807B-C35E-12D3-1E886313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7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D12F-6749-1B94-0040-CBFFE7CC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5FF17-6CE2-C75F-C898-37244720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5F407-4207-A96A-E437-A6D7B46F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CBFFE-7D84-AFD8-A6C2-0D7A8612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0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AC491-E328-9D5F-5CA5-B79458FA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B85B0-6B11-2FB8-4245-C2B323D5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F2BE-0E03-47AC-ED10-07793D0C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8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3747-D09E-71DD-7A44-68545E07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CDE4-8869-7F92-A4C0-30A263589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AEF1F-D45F-D455-C6CE-21F0C9EA2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6676-FFD2-E9E6-1122-0E4FBA49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75367-1C0F-70CA-020F-D804F9D1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6BE3A-8877-B9D9-8744-21F6576E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0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7565-DF59-0FBC-05DB-CBE3B5B4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AA43A-5B09-AD53-71EB-CC712B3B5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A3379-385D-004D-83FE-ED951BBF0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AC5DC-3F6F-8391-535E-D720B8DA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E7161-75CF-7D5A-A16E-8244F38C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D69ED-4D3F-7370-11A5-69C88D0C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2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7165-5568-CF7A-2113-5237150D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7A045-53F1-A052-7A39-581F4C98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C76A3-3A9F-6236-0DE7-4CC9BEA7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D091-6257-A87F-C4DB-D9E72391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F2946-3087-0C77-EE0F-74869F0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9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6BD45-E826-EB72-5577-BB58EFBF9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0196F-A830-0C55-A501-5D6DF2E11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3CCD3-90E7-99A9-1105-A35CC067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614C3-90F9-6CB7-CFCC-20CA6E4B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F9CD5-65C2-E3A0-A80C-330F700A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8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E890C-B511-9118-EAA8-0F51F2F8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079BF-3EB2-567C-A08B-4E8130C1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B6600-661B-7D83-81C8-3650F01F4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4867D-3025-4C08-8119-34C1EFC32923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733F-1DBB-ED65-28AD-021036CB6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E76E-9CD5-9137-B4A1-D8C29ED68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CDBAA-B2FA-463B-8FB3-E972F981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0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ondermarket-Analysis.pbi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51381-04CE-29FA-16D7-619AAEA9C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Rectangle: Rounded Corners 5">
            <a:hlinkClick r:id="rId3" action="ppaction://hlinkfile"/>
            <a:extLst>
              <a:ext uri="{FF2B5EF4-FFF2-40B4-BE49-F238E27FC236}">
                <a16:creationId xmlns:a16="http://schemas.microsoft.com/office/drawing/2014/main" id="{F5FA9457-470F-ACEF-36D8-9E0976B1BCE7}"/>
              </a:ext>
            </a:extLst>
          </p:cNvPr>
          <p:cNvSpPr/>
          <p:nvPr/>
        </p:nvSpPr>
        <p:spPr>
          <a:xfrm>
            <a:off x="10983686" y="0"/>
            <a:ext cx="1219200" cy="31568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Segoe UI Variable Text" pitchFamily="2" charset="0"/>
              </a:rPr>
              <a:t>Full Analysis</a:t>
            </a:r>
          </a:p>
        </p:txBody>
      </p:sp>
    </p:spTree>
    <p:extLst>
      <p:ext uri="{BB962C8B-B14F-4D97-AF65-F5344CB8AC3E}">
        <p14:creationId xmlns:p14="http://schemas.microsoft.com/office/powerpoint/2010/main" val="422645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Variable Text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Ridwan Ahmed</dc:creator>
  <cp:lastModifiedBy>Ridwan Ahmed</cp:lastModifiedBy>
  <cp:revision>5</cp:revision>
  <dcterms:created xsi:type="dcterms:W3CDTF">2023-06-17T13:58:52Z</dcterms:created>
  <dcterms:modified xsi:type="dcterms:W3CDTF">2023-06-17T19:56:13Z</dcterms:modified>
</cp:coreProperties>
</file>